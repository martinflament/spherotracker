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37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4695-8462-4623-84A5-1D65114DB031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0662-DC8E-41AE-B375-FBC80DF94B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8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4695-8462-4623-84A5-1D65114DB031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0662-DC8E-41AE-B375-FBC80DF94B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3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4695-8462-4623-84A5-1D65114DB031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0662-DC8E-41AE-B375-FBC80DF94B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78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4695-8462-4623-84A5-1D65114DB031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0662-DC8E-41AE-B375-FBC80DF94B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4695-8462-4623-84A5-1D65114DB031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0662-DC8E-41AE-B375-FBC80DF94B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27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4695-8462-4623-84A5-1D65114DB031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0662-DC8E-41AE-B375-FBC80DF94B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40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4695-8462-4623-84A5-1D65114DB031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0662-DC8E-41AE-B375-FBC80DF94B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36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4695-8462-4623-84A5-1D65114DB031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0662-DC8E-41AE-B375-FBC80DF94B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2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4695-8462-4623-84A5-1D65114DB031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0662-DC8E-41AE-B375-FBC80DF94B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4695-8462-4623-84A5-1D65114DB031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0662-DC8E-41AE-B375-FBC80DF94B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42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4695-8462-4623-84A5-1D65114DB031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0662-DC8E-41AE-B375-FBC80DF94B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4695-8462-4623-84A5-1D65114DB031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E0662-DC8E-41AE-B375-FBC80DF94B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00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/>
          <p:cNvSpPr/>
          <p:nvPr/>
        </p:nvSpPr>
        <p:spPr>
          <a:xfrm>
            <a:off x="2531533" y="1247332"/>
            <a:ext cx="7840134" cy="3073264"/>
          </a:xfrm>
          <a:custGeom>
            <a:avLst/>
            <a:gdLst>
              <a:gd name="connsiteX0" fmla="*/ 0 w 7840134"/>
              <a:gd name="connsiteY0" fmla="*/ 3011401 h 3073264"/>
              <a:gd name="connsiteX1" fmla="*/ 110067 w 7840134"/>
              <a:gd name="connsiteY1" fmla="*/ 2672735 h 3073264"/>
              <a:gd name="connsiteX2" fmla="*/ 457200 w 7840134"/>
              <a:gd name="connsiteY2" fmla="*/ 1368868 h 3073264"/>
              <a:gd name="connsiteX3" fmla="*/ 694267 w 7840134"/>
              <a:gd name="connsiteY3" fmla="*/ 733868 h 3073264"/>
              <a:gd name="connsiteX4" fmla="*/ 973667 w 7840134"/>
              <a:gd name="connsiteY4" fmla="*/ 293601 h 3073264"/>
              <a:gd name="connsiteX5" fmla="*/ 1320800 w 7840134"/>
              <a:gd name="connsiteY5" fmla="*/ 175068 h 3073264"/>
              <a:gd name="connsiteX6" fmla="*/ 1634067 w 7840134"/>
              <a:gd name="connsiteY6" fmla="*/ 268201 h 3073264"/>
              <a:gd name="connsiteX7" fmla="*/ 1820334 w 7840134"/>
              <a:gd name="connsiteY7" fmla="*/ 615335 h 3073264"/>
              <a:gd name="connsiteX8" fmla="*/ 2091267 w 7840134"/>
              <a:gd name="connsiteY8" fmla="*/ 1783735 h 3073264"/>
              <a:gd name="connsiteX9" fmla="*/ 2362200 w 7840134"/>
              <a:gd name="connsiteY9" fmla="*/ 2808201 h 3073264"/>
              <a:gd name="connsiteX10" fmla="*/ 3166534 w 7840134"/>
              <a:gd name="connsiteY10" fmla="*/ 3062201 h 3073264"/>
              <a:gd name="connsiteX11" fmla="*/ 5020734 w 7840134"/>
              <a:gd name="connsiteY11" fmla="*/ 2901335 h 3073264"/>
              <a:gd name="connsiteX12" fmla="*/ 5664200 w 7840134"/>
              <a:gd name="connsiteY12" fmla="*/ 1826068 h 3073264"/>
              <a:gd name="connsiteX13" fmla="*/ 5918200 w 7840134"/>
              <a:gd name="connsiteY13" fmla="*/ 335935 h 3073264"/>
              <a:gd name="connsiteX14" fmla="*/ 6595534 w 7840134"/>
              <a:gd name="connsiteY14" fmla="*/ 107335 h 3073264"/>
              <a:gd name="connsiteX15" fmla="*/ 7179734 w 7840134"/>
              <a:gd name="connsiteY15" fmla="*/ 1724468 h 3073264"/>
              <a:gd name="connsiteX16" fmla="*/ 7840134 w 7840134"/>
              <a:gd name="connsiteY16" fmla="*/ 3028335 h 3073264"/>
              <a:gd name="connsiteX17" fmla="*/ 7840134 w 7840134"/>
              <a:gd name="connsiteY17" fmla="*/ 3028335 h 3073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840134" h="3073264">
                <a:moveTo>
                  <a:pt x="0" y="3011401"/>
                </a:moveTo>
                <a:cubicBezTo>
                  <a:pt x="16933" y="2978945"/>
                  <a:pt x="33867" y="2946490"/>
                  <a:pt x="110067" y="2672735"/>
                </a:cubicBezTo>
                <a:cubicBezTo>
                  <a:pt x="186267" y="2398979"/>
                  <a:pt x="359833" y="1692013"/>
                  <a:pt x="457200" y="1368868"/>
                </a:cubicBezTo>
                <a:cubicBezTo>
                  <a:pt x="554567" y="1045723"/>
                  <a:pt x="608189" y="913079"/>
                  <a:pt x="694267" y="733868"/>
                </a:cubicBezTo>
                <a:cubicBezTo>
                  <a:pt x="780345" y="554657"/>
                  <a:pt x="869245" y="386734"/>
                  <a:pt x="973667" y="293601"/>
                </a:cubicBezTo>
                <a:cubicBezTo>
                  <a:pt x="1078089" y="200468"/>
                  <a:pt x="1210733" y="179301"/>
                  <a:pt x="1320800" y="175068"/>
                </a:cubicBezTo>
                <a:cubicBezTo>
                  <a:pt x="1430867" y="170835"/>
                  <a:pt x="1550811" y="194823"/>
                  <a:pt x="1634067" y="268201"/>
                </a:cubicBezTo>
                <a:cubicBezTo>
                  <a:pt x="1717323" y="341579"/>
                  <a:pt x="1744134" y="362746"/>
                  <a:pt x="1820334" y="615335"/>
                </a:cubicBezTo>
                <a:cubicBezTo>
                  <a:pt x="1896534" y="867924"/>
                  <a:pt x="2000956" y="1418257"/>
                  <a:pt x="2091267" y="1783735"/>
                </a:cubicBezTo>
                <a:cubicBezTo>
                  <a:pt x="2181578" y="2149213"/>
                  <a:pt x="2182989" y="2595123"/>
                  <a:pt x="2362200" y="2808201"/>
                </a:cubicBezTo>
                <a:cubicBezTo>
                  <a:pt x="2541411" y="3021279"/>
                  <a:pt x="2723445" y="3046679"/>
                  <a:pt x="3166534" y="3062201"/>
                </a:cubicBezTo>
                <a:cubicBezTo>
                  <a:pt x="3609623" y="3077723"/>
                  <a:pt x="4604456" y="3107357"/>
                  <a:pt x="5020734" y="2901335"/>
                </a:cubicBezTo>
                <a:cubicBezTo>
                  <a:pt x="5437012" y="2695313"/>
                  <a:pt x="5514622" y="2253635"/>
                  <a:pt x="5664200" y="1826068"/>
                </a:cubicBezTo>
                <a:cubicBezTo>
                  <a:pt x="5813778" y="1398501"/>
                  <a:pt x="5762978" y="622390"/>
                  <a:pt x="5918200" y="335935"/>
                </a:cubicBezTo>
                <a:cubicBezTo>
                  <a:pt x="6073422" y="49480"/>
                  <a:pt x="6385278" y="-124087"/>
                  <a:pt x="6595534" y="107335"/>
                </a:cubicBezTo>
                <a:cubicBezTo>
                  <a:pt x="6805790" y="338757"/>
                  <a:pt x="6972301" y="1237635"/>
                  <a:pt x="7179734" y="1724468"/>
                </a:cubicBezTo>
                <a:cubicBezTo>
                  <a:pt x="7387167" y="2211301"/>
                  <a:pt x="7840134" y="3028335"/>
                  <a:pt x="7840134" y="3028335"/>
                </a:cubicBezTo>
                <a:lnTo>
                  <a:pt x="7840134" y="302833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eur droit avec flèche 5"/>
          <p:cNvCxnSpPr/>
          <p:nvPr/>
        </p:nvCxnSpPr>
        <p:spPr>
          <a:xfrm flipV="1">
            <a:off x="1686128" y="4496929"/>
            <a:ext cx="9685867" cy="33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H="1" flipV="1">
            <a:off x="1820333" y="1049867"/>
            <a:ext cx="8467" cy="3649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roix 8"/>
          <p:cNvSpPr/>
          <p:nvPr/>
        </p:nvSpPr>
        <p:spPr>
          <a:xfrm>
            <a:off x="3759200" y="1319297"/>
            <a:ext cx="203200" cy="194733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0" name="Croix 9"/>
          <p:cNvSpPr/>
          <p:nvPr/>
        </p:nvSpPr>
        <p:spPr>
          <a:xfrm>
            <a:off x="2429933" y="4093632"/>
            <a:ext cx="203200" cy="194733"/>
          </a:xfrm>
          <a:prstGeom prst="plus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2531533" y="3996267"/>
            <a:ext cx="0" cy="21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V="1">
            <a:off x="2590802" y="1416663"/>
            <a:ext cx="702733" cy="26769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roix 17"/>
          <p:cNvSpPr/>
          <p:nvPr/>
        </p:nvSpPr>
        <p:spPr>
          <a:xfrm>
            <a:off x="4760384" y="4161028"/>
            <a:ext cx="203200" cy="194733"/>
          </a:xfrm>
          <a:prstGeom prst="plus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9" name="Connecteur droit 18"/>
          <p:cNvCxnSpPr>
            <a:stCxn id="18" idx="0"/>
          </p:cNvCxnSpPr>
          <p:nvPr/>
        </p:nvCxnSpPr>
        <p:spPr>
          <a:xfrm flipH="1" flipV="1">
            <a:off x="4246035" y="1348763"/>
            <a:ext cx="615949" cy="281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roix 21"/>
          <p:cNvSpPr/>
          <p:nvPr/>
        </p:nvSpPr>
        <p:spPr>
          <a:xfrm>
            <a:off x="7924803" y="4059767"/>
            <a:ext cx="203200" cy="194733"/>
          </a:xfrm>
          <a:prstGeom prst="plus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3" name="Connecteur droit 22"/>
          <p:cNvCxnSpPr/>
          <p:nvPr/>
        </p:nvCxnSpPr>
        <p:spPr>
          <a:xfrm flipV="1">
            <a:off x="8077201" y="1312300"/>
            <a:ext cx="372533" cy="2798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roix 25"/>
          <p:cNvSpPr/>
          <p:nvPr/>
        </p:nvSpPr>
        <p:spPr>
          <a:xfrm>
            <a:off x="8762999" y="1124564"/>
            <a:ext cx="203200" cy="194733"/>
          </a:xfrm>
          <a:prstGeom prst="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28" name="Connecteur droit avec flèche 27"/>
          <p:cNvCxnSpPr>
            <a:stCxn id="10" idx="3"/>
          </p:cNvCxnSpPr>
          <p:nvPr/>
        </p:nvCxnSpPr>
        <p:spPr>
          <a:xfrm flipV="1">
            <a:off x="2633133" y="4179599"/>
            <a:ext cx="1227667" cy="11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>
            <a:stCxn id="9" idx="2"/>
          </p:cNvCxnSpPr>
          <p:nvPr/>
        </p:nvCxnSpPr>
        <p:spPr>
          <a:xfrm>
            <a:off x="3860800" y="1514030"/>
            <a:ext cx="0" cy="266556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>
            <a:off x="3860800" y="4185298"/>
            <a:ext cx="956734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>
            <a:endCxn id="22" idx="1"/>
          </p:cNvCxnSpPr>
          <p:nvPr/>
        </p:nvCxnSpPr>
        <p:spPr>
          <a:xfrm flipV="1">
            <a:off x="4906433" y="4157134"/>
            <a:ext cx="3018370" cy="3956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>
            <a:off x="2590802" y="1416663"/>
            <a:ext cx="273022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>
            <a:off x="4251438" y="1389965"/>
            <a:ext cx="361" cy="303206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3285158" y="1365904"/>
            <a:ext cx="1444" cy="305612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/>
          <p:nvPr/>
        </p:nvCxnSpPr>
        <p:spPr>
          <a:xfrm>
            <a:off x="4246034" y="3900791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/>
          <p:nvPr/>
        </p:nvCxnSpPr>
        <p:spPr>
          <a:xfrm flipV="1">
            <a:off x="4242860" y="4340946"/>
            <a:ext cx="583137" cy="392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/>
          <p:cNvCxnSpPr/>
          <p:nvPr/>
        </p:nvCxnSpPr>
        <p:spPr>
          <a:xfrm>
            <a:off x="2554141" y="4358179"/>
            <a:ext cx="731017" cy="101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/>
          <p:nvPr/>
        </p:nvCxnSpPr>
        <p:spPr>
          <a:xfrm>
            <a:off x="5265142" y="1456228"/>
            <a:ext cx="0" cy="274047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/>
          <p:cNvCxnSpPr>
            <a:endCxn id="10" idx="1"/>
          </p:cNvCxnSpPr>
          <p:nvPr/>
        </p:nvCxnSpPr>
        <p:spPr>
          <a:xfrm>
            <a:off x="2429933" y="1456228"/>
            <a:ext cx="0" cy="273477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/>
              <p:cNvSpPr txBox="1"/>
              <p:nvPr/>
            </p:nvSpPr>
            <p:spPr>
              <a:xfrm>
                <a:off x="5293717" y="2437349"/>
                <a:ext cx="446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ZoneTexte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717" y="2437349"/>
                <a:ext cx="446574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ZoneTexte 62"/>
              <p:cNvSpPr txBox="1"/>
              <p:nvPr/>
            </p:nvSpPr>
            <p:spPr>
              <a:xfrm>
                <a:off x="1981718" y="2477482"/>
                <a:ext cx="446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ZoneTexte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718" y="2477482"/>
                <a:ext cx="446574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necteur droit 64"/>
          <p:cNvCxnSpPr/>
          <p:nvPr/>
        </p:nvCxnSpPr>
        <p:spPr>
          <a:xfrm>
            <a:off x="4357688" y="2905125"/>
            <a:ext cx="227283" cy="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2899733" y="2905125"/>
            <a:ext cx="227283" cy="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Arc 68"/>
          <p:cNvSpPr/>
          <p:nvPr/>
        </p:nvSpPr>
        <p:spPr>
          <a:xfrm>
            <a:off x="2849038" y="2825462"/>
            <a:ext cx="182036" cy="159325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Arc 69"/>
          <p:cNvSpPr/>
          <p:nvPr/>
        </p:nvSpPr>
        <p:spPr>
          <a:xfrm rot="16200000">
            <a:off x="4474980" y="2825462"/>
            <a:ext cx="182036" cy="159325"/>
          </a:xfrm>
          <a:prstGeom prst="arc">
            <a:avLst>
              <a:gd name="adj1" fmla="val 16200000"/>
              <a:gd name="adj2" fmla="val 1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/>
              <p:cNvSpPr txBox="1"/>
              <p:nvPr/>
            </p:nvSpPr>
            <p:spPr>
              <a:xfrm>
                <a:off x="4135514" y="2528125"/>
                <a:ext cx="446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ZoneTexte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514" y="2528125"/>
                <a:ext cx="446574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/>
              <p:cNvSpPr txBox="1"/>
              <p:nvPr/>
            </p:nvSpPr>
            <p:spPr>
              <a:xfrm>
                <a:off x="2972932" y="2505101"/>
                <a:ext cx="446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ZoneTexte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932" y="2505101"/>
                <a:ext cx="446574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/>
              <p:cNvSpPr txBox="1"/>
              <p:nvPr/>
            </p:nvSpPr>
            <p:spPr>
              <a:xfrm>
                <a:off x="6170397" y="3850868"/>
                <a:ext cx="446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𝑑𝑖𝑎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ZoneTexte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97" y="3850868"/>
                <a:ext cx="446574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20548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2664138" y="4233297"/>
                <a:ext cx="446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138" y="4233297"/>
                <a:ext cx="446574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3049122" y="3850868"/>
                <a:ext cx="446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122" y="3850868"/>
                <a:ext cx="446574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/>
              <p:cNvSpPr txBox="1"/>
              <p:nvPr/>
            </p:nvSpPr>
            <p:spPr>
              <a:xfrm>
                <a:off x="4131258" y="3839719"/>
                <a:ext cx="446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ZoneTexte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258" y="3839719"/>
                <a:ext cx="446574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/>
              <p:cNvSpPr txBox="1"/>
              <p:nvPr/>
            </p:nvSpPr>
            <p:spPr>
              <a:xfrm>
                <a:off x="4330722" y="4238744"/>
                <a:ext cx="446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ZoneTexte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722" y="4238744"/>
                <a:ext cx="446574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69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Office PowerPoint</Application>
  <PresentationFormat>Grand écran</PresentationFormat>
  <Paragraphs>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Thème Office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Compte Microsoft</cp:lastModifiedBy>
  <cp:revision>5</cp:revision>
  <dcterms:created xsi:type="dcterms:W3CDTF">2024-04-03T18:33:15Z</dcterms:created>
  <dcterms:modified xsi:type="dcterms:W3CDTF">2024-04-06T20:46:55Z</dcterms:modified>
</cp:coreProperties>
</file>